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957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1968996"/>
            <a:ext cx="1685404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2011487"/>
            <a:ext cx="19724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 Y COMUNICACIÓN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2921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Función Apelativa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476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lenguaje como herramienta de influencia, persuasión y acción.</a:t>
            </a:r>
            <a:endParaRPr lang="en-US" sz="11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41" y="323147"/>
            <a:ext cx="3857007" cy="3937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42454"/>
            <a:ext cx="1339453" cy="207169"/>
          </a:xfrm>
          <a:prstGeom prst="roundRect">
            <a:avLst>
              <a:gd name="adj" fmla="val 18322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968" y="381074"/>
            <a:ext cx="1651695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INTEGRANTES DEL EQUIPO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585564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Función Apelativa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25071" y="2210619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Equipo de Trabajo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25071" y="2477095"/>
            <a:ext cx="2549054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presentación fue elaborada con el objetivo de explorar el lenguaje persuasivo en la comunicación cotidiana, publicitaria y social.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74489" y="4193530"/>
            <a:ext cx="1881262" cy="607516"/>
          </a:xfrm>
          <a:prstGeom prst="roundRect">
            <a:avLst>
              <a:gd name="adj" fmla="val 781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1737" y="4320778"/>
            <a:ext cx="1626766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MX" sz="1100" b="1" dirty="0" smtClean="0">
                <a:solidFill>
                  <a:srgbClr val="272525"/>
                </a:solidFill>
                <a:latin typeface="Inter Bold" pitchFamily="34" charset="0"/>
              </a:rPr>
              <a:t>Jordy Alejandro Ramírez Sierra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45718" y="4193530"/>
            <a:ext cx="1881262" cy="607516"/>
          </a:xfrm>
          <a:prstGeom prst="roundRect">
            <a:avLst>
              <a:gd name="adj" fmla="val 7810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72966" y="432077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Axebiel Galvis</a:t>
            </a:r>
            <a:endParaRPr lang="en-US" sz="11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7F11F7D-41DB-89BE-8F4E-C4ABA9DD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20" y="4866968"/>
            <a:ext cx="1169580" cy="276531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76" y="957540"/>
            <a:ext cx="4810796" cy="2950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E93523D-ECF8-F2AE-F117-9EE145EE2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E6A6D51-DF31-EAC9-2580-89414E449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24" y="4795284"/>
            <a:ext cx="714375" cy="348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505941"/>
            <a:ext cx="1445940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548432"/>
            <a:ext cx="17330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· PARTE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82904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Poder de Influir en el Receptor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192762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función apelativa —también llamada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conativa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se centra en el receptor del mensaje. Su propósito es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provocar una reacción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actuar, pensar, sentir o responder de una manera específica.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767533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0881" y="2772296"/>
            <a:ext cx="2356619" cy="1043657"/>
          </a:xfrm>
          <a:prstGeom prst="roundRect">
            <a:avLst>
              <a:gd name="adj" fmla="val 5705"/>
            </a:avLst>
          </a:prstGeom>
          <a:solidFill>
            <a:srgbClr val="DADBF1"/>
          </a:solidFill>
          <a:ln/>
        </p:spPr>
      </p:sp>
      <p:sp>
        <p:nvSpPr>
          <p:cNvPr id="9" name="Text 6"/>
          <p:cNvSpPr/>
          <p:nvPr/>
        </p:nvSpPr>
        <p:spPr>
          <a:xfrm>
            <a:off x="642640" y="291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🎯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Enfoque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220566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receptor es el centro del mensaje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772296"/>
            <a:ext cx="2356619" cy="1043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772296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3" name="Text 10"/>
          <p:cNvSpPr/>
          <p:nvPr/>
        </p:nvSpPr>
        <p:spPr>
          <a:xfrm>
            <a:off x="2999259" y="2914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💬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Propósito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99259" y="3220566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Influir, convencer o provocar acción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0881" y="3815953"/>
            <a:ext cx="4713238" cy="8168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6" name="Shape 13"/>
          <p:cNvSpPr/>
          <p:nvPr/>
        </p:nvSpPr>
        <p:spPr>
          <a:xfrm>
            <a:off x="500881" y="3815953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7" name="Text 14"/>
          <p:cNvSpPr/>
          <p:nvPr/>
        </p:nvSpPr>
        <p:spPr>
          <a:xfrm>
            <a:off x="642640" y="39577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📢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Contexto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2640" y="426422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Publicidad, propaganda, órdenes e invitaciones</a:t>
            </a:r>
            <a:endParaRPr lang="en-US" sz="11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957" y="345561"/>
            <a:ext cx="3334215" cy="4525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19460"/>
            <a:ext cx="1193006" cy="202629"/>
          </a:xfrm>
          <a:prstGeom prst="roundRect">
            <a:avLst>
              <a:gd name="adj" fmla="val 1910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67122" y="353988"/>
            <a:ext cx="1512094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· PARTE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59519"/>
            <a:ext cx="424331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Principales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059805"/>
            <a:ext cx="1101477" cy="1101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066" y="2278261"/>
            <a:ext cx="158494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Órdenes e Imperativos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066" y="2514302"/>
            <a:ext cx="1899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Verbos en modo imperativo: </a:t>
            </a: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"¡Cierra la puerta!"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240" y="1059805"/>
            <a:ext cx="1101477" cy="11014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14240" y="227826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Preguntas Retóricas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614240" y="2514302"/>
            <a:ext cx="1899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Buscan reflexión o respuesta: </a:t>
            </a: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"¿No quieres ahorrar?"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415" y="1059805"/>
            <a:ext cx="1101477" cy="11014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30415" y="227826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Invitaciones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630415" y="2514302"/>
            <a:ext cx="1899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Convocan a participar: </a:t>
            </a: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"¡Únete a nosotros!"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590" y="1059805"/>
            <a:ext cx="1101551" cy="11015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46590" y="227833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Consejos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646590" y="2514377"/>
            <a:ext cx="189927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Orientan la conducta: </a:t>
            </a: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"Deberías estudiar más."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66" y="3035498"/>
            <a:ext cx="1101477" cy="11014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8066" y="4253954"/>
            <a:ext cx="174575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Publicidad y Propaganda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98066" y="4489996"/>
            <a:ext cx="189919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Persuaden al consumidor: </a:t>
            </a:r>
            <a:r>
              <a:rPr lang="en-US" sz="9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"¡Aprovecha hoy!"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00705C2-DC3E-7CD0-28D8-3DFE7DD778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5684" y="4795284"/>
            <a:ext cx="1148315" cy="348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27273"/>
            <a:ext cx="1036662" cy="197644"/>
          </a:xfrm>
          <a:prstGeom prst="roundRect">
            <a:avLst>
              <a:gd name="adj" fmla="val 192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2206" y="361131"/>
            <a:ext cx="1358429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PRÁCTICO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560859"/>
            <a:ext cx="61990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¡Compra ahora y aprovecha el descuento!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25071" y="2104727"/>
            <a:ext cx="256549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es función apelativa?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25071" y="2371204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mensaje publicitario utiliza un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verbo imperativo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("¡Compra!") y una promesa de beneficio ("aprovecha el descuento") para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provocar una acción inmediata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receptor.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74489" y="4168825"/>
            <a:ext cx="2538338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0202" y="4168825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844600" y="429607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Emisor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4600" y="4526533"/>
            <a:ext cx="22409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marca o empresa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02794" y="4168825"/>
            <a:ext cx="2538338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88506" y="4168825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472904" y="429607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Receptor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2904" y="4526533"/>
            <a:ext cx="22409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consumidor potencial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31098" y="4168825"/>
            <a:ext cx="2538338" cy="647328"/>
          </a:xfrm>
          <a:prstGeom prst="roundRect">
            <a:avLst>
              <a:gd name="adj" fmla="val 10594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16811" y="4168825"/>
            <a:ext cx="57150" cy="647328"/>
          </a:xfrm>
          <a:prstGeom prst="roundRect">
            <a:avLst>
              <a:gd name="adj" fmla="val 83023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101209" y="429607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01209" y="4526533"/>
            <a:ext cx="22409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Generar una compra</a:t>
            </a:r>
            <a:endParaRPr lang="en-US" sz="8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16B1962-A9B5-8372-01D6-6D5D69B5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684" y="4870103"/>
            <a:ext cx="1148315" cy="27339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DCAE51A-A389-8462-D782-BA3E5F442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30" y="1041053"/>
            <a:ext cx="5245802" cy="3050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399083"/>
            <a:ext cx="4753719" cy="1184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¡Gracias por su atención!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80640" y="1782961"/>
            <a:ext cx="475371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Esperamos que esta presentación haya aclarado el papel fundamental de la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apelativa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comunicación humana. El lenguaje no solo informa — también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convence, motiva y transforma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0640" y="2581573"/>
            <a:ext cx="2310333" cy="1230362"/>
          </a:xfrm>
          <a:prstGeom prst="roundRect">
            <a:avLst>
              <a:gd name="adj" fmla="val 46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2697" y="2723629"/>
            <a:ext cx="17579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📚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Función Apelativa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2697" y="3022699"/>
            <a:ext cx="202622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lenguaje al servicio de la acción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3952" y="2581573"/>
            <a:ext cx="2310408" cy="1230362"/>
          </a:xfrm>
          <a:prstGeom prst="roundRect">
            <a:avLst>
              <a:gd name="adj" fmla="val 468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6008" y="2723629"/>
            <a:ext cx="2026295" cy="43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🎯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Enfoque en el Receptor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66008" y="3237235"/>
            <a:ext cx="20262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centro del mensaje es quien recibe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640" y="3944913"/>
            <a:ext cx="4753719" cy="799505"/>
          </a:xfrm>
          <a:prstGeom prst="roundRect">
            <a:avLst>
              <a:gd name="adj" fmla="val 721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697" y="4086969"/>
            <a:ext cx="177953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💡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Aprendizaje Clave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2697" y="4386039"/>
            <a:ext cx="446960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Identificarla en publicidad, órdenes e invitaciones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321</Words>
  <Application>Microsoft Office PowerPoint</Application>
  <PresentationFormat>Presentación en pantalla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Inter</vt:lpstr>
      <vt:lpstr>Arial</vt:lpstr>
      <vt:lpstr>Inter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lastModifiedBy>JORDY</cp:lastModifiedBy>
  <cp:revision>4</cp:revision>
  <dcterms:created xsi:type="dcterms:W3CDTF">2026-05-21T21:21:44Z</dcterms:created>
  <dcterms:modified xsi:type="dcterms:W3CDTF">2026-07-02T00:50:11Z</dcterms:modified>
</cp:coreProperties>
</file>